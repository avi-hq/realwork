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FY2027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Bookings up 22% year over year</a:t>
            </a:r>
          </a:p>
          <a:p>
            <a:r>
              <a:t>Win rate steady at 31%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for the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into two new regions by the end of Q2</a:t>
            </a:r>
          </a:p>
          <a:p>
            <a:r>
              <a:t>Hire four account executives and one sales engineer</a:t>
            </a:r>
          </a:p>
          <a:p>
            <a:r>
              <a:t>Raise the average deal size to $85K</a:t>
            </a:r>
          </a:p>
          <a:p>
            <a:r>
              <a:t>Launch the partner referral program in March</a:t>
            </a:r>
          </a:p>
          <a:p>
            <a:r>
              <a:t>Cut the sales cycle from 74 to 60 days</a:t>
            </a:r>
          </a:p>
          <a:p>
            <a:r>
              <a:t>Run quarterly business reviews with every top-50 account</a:t>
            </a:r>
          </a:p>
          <a:p>
            <a:r>
              <a:t>Move all forecasting into the CRM by February</a:t>
            </a:r>
          </a:p>
          <a:p>
            <a:r>
              <a:t>Train every rep on the new pricing model</a:t>
            </a:r>
          </a:p>
          <a:p>
            <a:r>
              <a:t>Publish three customer case studies</a:t>
            </a:r>
          </a:p>
          <a:p>
            <a:r>
              <a:t>Hold renewals at or above 93%</a:t>
            </a:r>
          </a:p>
          <a:p>
            <a:r>
              <a:t>Open an inside-sales team for accounts under $20K</a:t>
            </a:r>
          </a:p>
          <a:p>
            <a:r>
              <a:t>Review territory boundaries every six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in the #sales-kickoff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