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Q2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4.0</c:v>
                </c:pt>
                <c:pt idx="1">
                  <c:v>3.1</c:v>
                </c:pt>
                <c:pt idx="2">
                  <c:v>2.6</c:v>
                </c:pt>
                <c:pt idx="3">
                  <c:v>2.3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Q3</c:v>
                </c:pt>
              </c:strCache>
            </c:strRef>
          </c:tx>
          <c:spPr>
            <a:solidFill>
              <a:schemeClr val="accent2"/>
            </a:solidFill>
          </c:spPr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4.8</c:v>
                </c:pt>
                <c:pt idx="1">
                  <c:v>3.5</c:v>
                </c:pt>
                <c:pt idx="2">
                  <c:v>3.2</c:v>
                </c:pt>
                <c:pt idx="3">
                  <c:v>2.7</c:v>
                </c:pt>
              </c:numCache>
            </c:numRef>
          </c:val>
        </c:ser>
        <c:dLbls>
          <c:numFmt formatCode="0.0" sourceLinked="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revenue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Quarterly Business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Q3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Revenue grew 18% over Q2</a:t>
            </a:r>
          </a:p>
          <a:p>
            <a:r>
              <a:t>Renewals held at 94%</a:t>
            </a:r>
          </a:p>
          <a:p>
            <a:r>
              <a:t>Two new regions opened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by region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463040"/>
          <a:ext cx="10332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645920"/>
          <a:ext cx="10332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4240"/>
                <a:gridCol w="3444240"/>
                <a:gridCol w="3444240"/>
              </a:tblGrid>
              <a:tr h="594360">
                <a:tc>
                  <a:txBody>
                    <a:bodyPr/>
                    <a:lstStyle/>
                    <a:p>
                      <a: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t>Qualified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$3.1M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t>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$1.9M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t>Closing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$0.8M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t>Hire two account executives</a:t>
            </a:r>
          </a:p>
          <a:p>
            <a:r>
              <a:t>Open the Central region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Renewal reviews 90 days out</a:t>
            </a:r>
          </a:p>
          <a:p>
            <a:r>
              <a:t>Sponsor for top 20 accounts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Detail behind the numbers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