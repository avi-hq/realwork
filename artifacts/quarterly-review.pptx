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West</c:v>
                </c:pt>
                <c:pt idx="2">
                  <c:v>North</c:v>
                </c:pt>
                <c:pt idx="3">
                  <c:v>South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4.1</c:v>
                </c:pt>
                <c:pt idx="1">
                  <c:v>3.2</c:v>
                </c:pt>
                <c:pt idx="2">
                  <c:v>2.7</c:v>
                </c:pt>
                <c:pt idx="3">
                  <c:v>1.9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East</c:v>
                </c:pt>
                <c:pt idx="1">
                  <c:v>West</c:v>
                </c:pt>
                <c:pt idx="2">
                  <c:v>North</c:v>
                </c:pt>
                <c:pt idx="3">
                  <c:v>South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4.8</c:v>
                </c:pt>
                <c:pt idx="1">
                  <c:v>3.5</c:v>
                </c:pt>
                <c:pt idx="2">
                  <c:v>3.1</c:v>
                </c:pt>
                <c:pt idx="3">
                  <c:v>2.4</c:v>
                </c:pt>
              </c:numCache>
            </c:numRef>
          </c:val>
        </c:ser>
        <c:dLbls>
          <c:numFmt formatCode="0.0" sourceLinked="0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revenue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Q3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18% over Q2</a:t>
            </a:r>
          </a:p>
          <a:p>
            <a:r>
              <a:t>Renewals held at 94%</a:t>
            </a:r>
          </a:p>
          <a:p>
            <a:r>
              <a:t>Two new regions opened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3327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332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594360">
                <a:tc>
                  <a:txBody>
                    <a:bodyPr/>
                    <a:lstStyle/>
                    <a:p>
                      <a: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Qualified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$3.1M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$1.9M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Closing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$0.8M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quarter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Hire two account executives</a:t>
            </a:r>
          </a:p>
          <a:p>
            <a:r>
              <a:t>Open the Central region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Renewal reviews 90 days out</a:t>
            </a:r>
          </a:p>
          <a:p>
            <a:r>
              <a:t>Sponsor for top 20 accounts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Detail behind the numbers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