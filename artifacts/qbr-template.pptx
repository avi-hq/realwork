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{{customer}}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{{quarter}} · Prepared by {{owner}}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{{customer}}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Contract renews {{renewal_date}}</a:t>
            </a:r>
          </a:p>
          <a:p>
            <a:r>
              <a:t>Seats in use: {{seats}}</a:t>
            </a:r>
          </a:p>
          <a:p>
            <a:r>
              <a:t>Executive sponsor: {{sponsor}}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delivered in {{quarter}}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{{delivered_1}}</a:t>
            </a:r>
          </a:p>
          <a:p>
            <a:r>
              <a:t>{{delivered_2}}</a:t>
            </a:r>
          </a:p>
          <a:p>
            <a:r>
              <a:t>{{delivered_3}}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{{next_1}}</a:t>
            </a:r>
          </a:p>
          <a:p>
            <a:r>
              <a:t>{{next_2}}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